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61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10837-0FA0-4C32-8970-FFA505DFFA4C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8C734-821D-4564-9FF4-95EFA315C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900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8C734-821D-4564-9FF4-95EFA315C7B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360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84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381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58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46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023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69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22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29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0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83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457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375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329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101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25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651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B78F087-6F79-43CC-8C7C-88CF15F196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A6BE671-01A9-4105-99A0-CCF25C4322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178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F5A67-0F0F-3B0B-F007-2115BE18A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437" y="1984220"/>
            <a:ext cx="10419126" cy="1667312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Fleet Management and Mobility Analytics System Using Driver Behaviour Mining and Vehicle Utilization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1C384-2B47-7A19-1062-2C39DA770D70}"/>
              </a:ext>
            </a:extLst>
          </p:cNvPr>
          <p:cNvSpPr txBox="1"/>
          <p:nvPr/>
        </p:nvSpPr>
        <p:spPr>
          <a:xfrm>
            <a:off x="8179267" y="4907560"/>
            <a:ext cx="3523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Rokesh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A(192525358)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Dhinesh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karthi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M(192525358)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Gautham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S(192525048)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C53DBD-FB2B-F61F-542B-60F3565D4019}"/>
              </a:ext>
            </a:extLst>
          </p:cNvPr>
          <p:cNvSpPr txBox="1"/>
          <p:nvPr/>
        </p:nvSpPr>
        <p:spPr>
          <a:xfrm>
            <a:off x="771786" y="4818818"/>
            <a:ext cx="3305263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Renuga 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PROFESSOR-programming Dept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A1755-D493-F5A9-0D19-B5EDC195AC67}"/>
              </a:ext>
            </a:extLst>
          </p:cNvPr>
          <p:cNvSpPr txBox="1"/>
          <p:nvPr/>
        </p:nvSpPr>
        <p:spPr>
          <a:xfrm>
            <a:off x="1970714" y="3689893"/>
            <a:ext cx="8250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CSA1614-DATA WAREHOUSING AND DATA MINING</a:t>
            </a:r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873A9973-6B0E-FBD5-3193-539398FF7EE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37" y="225859"/>
            <a:ext cx="10419126" cy="11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5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106D9-DE26-9780-6DFC-817466C1E24E}"/>
              </a:ext>
            </a:extLst>
          </p:cNvPr>
          <p:cNvSpPr txBox="1"/>
          <p:nvPr/>
        </p:nvSpPr>
        <p:spPr>
          <a:xfrm>
            <a:off x="2677486" y="420676"/>
            <a:ext cx="6837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5CCFB-F538-2AAB-B080-624C36EB3F1A}"/>
              </a:ext>
            </a:extLst>
          </p:cNvPr>
          <p:cNvSpPr txBox="1"/>
          <p:nvPr/>
        </p:nvSpPr>
        <p:spPr>
          <a:xfrm>
            <a:off x="2015455" y="1127319"/>
            <a:ext cx="8990901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monitoring vehicle locations and fleet operations.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effective analysis of driver behaviour and driving safety.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identification of underutilized and overused vehicles.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tracking vehicle maintenance requirements.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predict future vehicle demand.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integrated system to improve fleet efficiency and safety.</a:t>
            </a:r>
          </a:p>
        </p:txBody>
      </p:sp>
    </p:spTree>
    <p:extLst>
      <p:ext uri="{BB962C8B-B14F-4D97-AF65-F5344CB8AC3E}">
        <p14:creationId xmlns:p14="http://schemas.microsoft.com/office/powerpoint/2010/main" val="421331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EB5DE-CE36-46D4-775C-49D52D6C92CE}"/>
              </a:ext>
            </a:extLst>
          </p:cNvPr>
          <p:cNvSpPr txBox="1"/>
          <p:nvPr/>
        </p:nvSpPr>
        <p:spPr>
          <a:xfrm>
            <a:off x="2625754" y="419450"/>
            <a:ext cx="6719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0693E-433A-7071-972F-12F53B783015}"/>
              </a:ext>
            </a:extLst>
          </p:cNvPr>
          <p:cNvSpPr txBox="1"/>
          <p:nvPr/>
        </p:nvSpPr>
        <p:spPr>
          <a:xfrm>
            <a:off x="2216791" y="1223107"/>
            <a:ext cx="8286226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 system for managing vehicle fleets.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driver behaviour to identify unsafe driving patterns.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vehicle usage, distance, and idle time.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 analytics and machine learning for predictions.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dashboard for fleet monitoring and decision-making.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safety, efficiency, and vehicle utilization.</a:t>
            </a:r>
          </a:p>
        </p:txBody>
      </p:sp>
    </p:spTree>
    <p:extLst>
      <p:ext uri="{BB962C8B-B14F-4D97-AF65-F5344CB8AC3E}">
        <p14:creationId xmlns:p14="http://schemas.microsoft.com/office/powerpoint/2010/main" val="229044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30CB-A4A5-0CE3-DA1E-73CCAF948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76332"/>
            <a:ext cx="9905998" cy="97420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E0D9D-B4B5-BD5C-DCAC-781B5582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3463" y="1650533"/>
            <a:ext cx="8538944" cy="4351338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1:Smart Fleet Management and Mobility Analytics-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Rokesh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2:Driver Behaviour Mining and Safety Analysis-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Dhinesh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karthi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3:Vehicle Utilization Analysis and Predictive Intelligence- Gautham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58918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50</TotalTime>
  <Words>194</Words>
  <Application>Microsoft Office PowerPoint</Application>
  <PresentationFormat>Widescreen</PresentationFormat>
  <Paragraphs>28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Times New Roman</vt:lpstr>
      <vt:lpstr>Mesh</vt:lpstr>
      <vt:lpstr>Smart Fleet Management and Mobility Analytics System Using Driver Behaviour Mining and Vehicle Utilization Analysis</vt:lpstr>
      <vt:lpstr>PowerPoint Presentation</vt:lpstr>
      <vt:lpstr>PowerPoint Presentation</vt:lpstr>
      <vt:lpstr>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DHINESH KARTHI</dc:creator>
  <cp:lastModifiedBy>DHINESH KARTHI</cp:lastModifiedBy>
  <cp:revision>7</cp:revision>
  <dcterms:created xsi:type="dcterms:W3CDTF">2026-10-16T07:20:32Z</dcterms:created>
  <dcterms:modified xsi:type="dcterms:W3CDTF">2026-10-16T08:58:41Z</dcterms:modified>
</cp:coreProperties>
</file>